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{Name}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Partnership Proposal</a:t>
            </a:r>
          </a:p>
          <a:p>
            <a:r>
              <a:t>Presented by: {Owner.Name}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Needs</a:t>
            </a:r>
          </a:p>
          <a:p>
            <a:r>
              <a:t>Proposed Solution</a:t>
            </a:r>
          </a:p>
          <a:p>
            <a:r>
              <a:t>Investment Summary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{Description}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Phone: {Phone}</a:t>
            </a:r>
          </a:p>
          <a:p>
            <a:r>
              <a:t>Website: {Website}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